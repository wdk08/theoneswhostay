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4"/>
  </p:normalViewPr>
  <p:slideViewPr>
    <p:cSldViewPr snapToGrid="0">
      <p:cViewPr varScale="1">
        <p:scale>
          <a:sx n="102" d="100"/>
          <a:sy n="102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AD0C-4FE6-463B-CCCF-A5A5B7223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33F4D-D183-ACA3-6120-144ACE420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6076E-29F0-BA11-C4D1-EC5FFCCB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1561F-B833-0565-6A9E-72FC906D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D1890-785A-D93B-9DF3-33242459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4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2B69-3B72-77FF-502C-6D2CC216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8BF9-FCFB-D68B-7CA9-0026A5A11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46E53-BB1F-DA79-7A4F-768B8868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20C7C-EB32-199D-6E98-22752636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1D72A-6D6B-5E99-0087-29094DA0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5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EF7C-6967-FCA9-F19B-030AD992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B2700-AFF2-8612-D935-257D7C8DF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75031-F08A-745C-100E-6B591746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8DF64-64AA-ABD1-13C2-E898699A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BEA75-4326-DB84-306F-E83B49C2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2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3E78-525C-6C82-0885-E87E8197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3754-2C02-1FD7-C911-C840FB542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5327F-66E3-18AF-D3D3-49681CBDB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0DBB0-BE51-4B1B-D910-CD5EF370F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05157-2384-5753-D1BE-F9AB0F5F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6971F-2FD4-2B9C-6585-13AA0878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2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5D8D-F6CF-38A0-C6EF-CB66CE40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AF279-4686-75C5-1FE0-92F42CC40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8CBE7-BC72-A54B-785F-DA497381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75AA3-B34E-BEB3-FC4F-4E17B139B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4660E-FC30-7F22-D85A-7FFEB03CC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8AF2D-8484-6B99-60CC-4FF26CCF5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F7039-53D8-8E99-1915-60402DBE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3E6A3-2F0C-D40A-C5CD-49D8F1E7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5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E9E8-672E-83A8-3398-48A34BA6A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C0A0F-74C4-EBAE-AA3C-B3B3CBF4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86A88-ED67-38E1-1D35-BF70DAEF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7EA7D-85DF-8096-7954-721CB81F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9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6A596-8139-786C-EBD6-D43929B0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4CAA2-FCCB-EC7D-F8F9-DE1FAD20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4663D-2374-C6A1-15A5-5DFA6C02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C2CE-B5A3-6125-D63B-468FB270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1FE33-04F7-6D9A-0364-4D110A9F2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ABBB-B9BB-6054-47A7-3F88CD940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AEC74-FE3C-588E-7DCB-E1C18B6D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488AF-9381-A8A7-21CA-231B8ED1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31E57-FDD0-8685-30FC-83DDF726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0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61F23-1BA5-4212-7BC7-F4B4010D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9266-74E4-A46E-BEBB-307A04D71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05FE3-9396-E9DD-18B1-7391875A0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01CE6-69C5-F0E0-7659-506E3668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9EE9D-D757-30D0-D3C6-F61175BB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80D55-EBA4-E088-685C-135EC52B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3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B6DCE-D0A4-BE32-FF72-07B5334F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3A0A8-62AC-5A67-AB36-DBD0B8AED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55540-05FE-3923-EEEE-2CF988F0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909BD-D18F-76F9-0317-615FC136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19C30-B038-C668-EF15-408D52C4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07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65E785-D452-364C-9897-ECB3E09E1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94879-A45C-F25B-64BB-FE918FD30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C237C-00DB-B1B3-60E6-148AEEF4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7F94D-17AD-C2E9-C892-0365450B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59C80-11BE-3CF7-49C6-03B0BB58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36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A0AEF-0E56-6CDE-87A4-51862604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0C656-AAF4-6F83-4C80-71302F5FD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C657D-9D83-12A5-8B89-57F458F60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95CD1-B521-604A-BAFB-E352C730471E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F2E46-5AA4-FA77-6948-FCE867DC2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26124-7EDB-A786-C380-99F261489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1FA23-9A87-064E-9623-7BE174683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3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6894-AEE0-01B7-6BEE-C257200FE9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ONES WHO STAY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6A159-385E-F6ED-081A-7ECF7E2F8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Film Pitch Deck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44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3C3A-4E13-CC78-5569-A537D467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43" y="327547"/>
            <a:ext cx="5825648" cy="1325563"/>
          </a:xfrm>
        </p:spPr>
        <p:txBody>
          <a:bodyPr/>
          <a:lstStyle/>
          <a:p>
            <a:pPr algn="ctr"/>
            <a:r>
              <a:rPr lang="en-US" dirty="0"/>
              <a:t>DIRECTED BY [</a:t>
            </a:r>
            <a:r>
              <a:rPr lang="en-US" sz="4000" dirty="0"/>
              <a:t>DIRECTOR</a:t>
            </a:r>
            <a:r>
              <a:rPr lang="en-US" dirty="0"/>
              <a:t> NAME]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CEEB6-CF23-31DF-1262-43FA5ADC4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343" y="2151061"/>
            <a:ext cx="5825647" cy="4351338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1400" dirty="0"/>
              <a:t>About director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E56F9-E625-6BAA-5BA1-0422E471F55D}"/>
              </a:ext>
            </a:extLst>
          </p:cNvPr>
          <p:cNvSpPr txBox="1"/>
          <p:nvPr/>
        </p:nvSpPr>
        <p:spPr>
          <a:xfrm>
            <a:off x="6663847" y="327546"/>
            <a:ext cx="5165296" cy="61748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IMAGE OF DIRECTOR</a:t>
            </a:r>
          </a:p>
        </p:txBody>
      </p:sp>
    </p:spTree>
    <p:extLst>
      <p:ext uri="{BB962C8B-B14F-4D97-AF65-F5344CB8AC3E}">
        <p14:creationId xmlns:p14="http://schemas.microsoft.com/office/powerpoint/2010/main" val="19447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1D2F-E4D5-B9F0-2E59-C318BBAC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2AF436-3B78-D3EA-AA37-24B42B4C9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673449"/>
              </p:ext>
            </p:extLst>
          </p:nvPr>
        </p:nvGraphicFramePr>
        <p:xfrm>
          <a:off x="2029216" y="2222789"/>
          <a:ext cx="8130784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5392">
                  <a:extLst>
                    <a:ext uri="{9D8B030D-6E8A-4147-A177-3AD203B41FA5}">
                      <a16:colId xmlns:a16="http://schemas.microsoft.com/office/drawing/2014/main" val="2192253683"/>
                    </a:ext>
                  </a:extLst>
                </a:gridCol>
                <a:gridCol w="4065392">
                  <a:extLst>
                    <a:ext uri="{9D8B030D-6E8A-4147-A177-3AD203B41FA5}">
                      <a16:colId xmlns:a16="http://schemas.microsoft.com/office/drawing/2014/main" val="1789691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Ones Who Stay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57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 Film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85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Teen Drama / Romantic Drama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055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385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51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639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7C78C-1DB5-5306-60FC-F6AEADAC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FC9F-9718-85ED-7FFD-DC0D1E043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43" y="327547"/>
            <a:ext cx="5620658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WRITTEN/PRODUCED BY </a:t>
            </a:r>
            <a:br>
              <a:rPr lang="en-US" dirty="0"/>
            </a:br>
            <a:r>
              <a:rPr lang="en-US" dirty="0"/>
              <a:t>WILLIAM KAPADIA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BD707-021A-1364-BD1B-9A831ED9A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343" y="2151061"/>
            <a:ext cx="5825647" cy="4351338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1400" dirty="0"/>
              <a:t>About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EB600-5B4D-D2B5-A6E6-27D57A34F0CE}"/>
              </a:ext>
            </a:extLst>
          </p:cNvPr>
          <p:cNvSpPr txBox="1"/>
          <p:nvPr/>
        </p:nvSpPr>
        <p:spPr>
          <a:xfrm>
            <a:off x="6663847" y="327546"/>
            <a:ext cx="5165296" cy="61748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IMAGE OF ME</a:t>
            </a:r>
          </a:p>
        </p:txBody>
      </p:sp>
    </p:spTree>
    <p:extLst>
      <p:ext uri="{BB962C8B-B14F-4D97-AF65-F5344CB8AC3E}">
        <p14:creationId xmlns:p14="http://schemas.microsoft.com/office/powerpoint/2010/main" val="271227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D4A0-B8D3-C590-4EA3-B74FAFFED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A9D9-FE6A-ECDC-A651-D227FAC9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43" y="327547"/>
            <a:ext cx="5620658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CO-PRODUCED BY </a:t>
            </a:r>
            <a:br>
              <a:rPr lang="en-US" dirty="0"/>
            </a:br>
            <a:r>
              <a:rPr lang="en-US" dirty="0"/>
              <a:t>[</a:t>
            </a:r>
            <a:r>
              <a:rPr lang="en-US" sz="4000" dirty="0"/>
              <a:t>COPRODUCER</a:t>
            </a:r>
            <a:r>
              <a:rPr lang="en-US" dirty="0"/>
              <a:t> NAME]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A0CAE-4553-5359-8CF3-0926E0515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343" y="2151061"/>
            <a:ext cx="5825647" cy="4351338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1400" dirty="0"/>
              <a:t>About co-producer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2FC73-5991-38D1-99D7-CCA402FDC14B}"/>
              </a:ext>
            </a:extLst>
          </p:cNvPr>
          <p:cNvSpPr txBox="1"/>
          <p:nvPr/>
        </p:nvSpPr>
        <p:spPr>
          <a:xfrm>
            <a:off x="6663847" y="327546"/>
            <a:ext cx="5165296" cy="61748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IMAGE OF CO-PRODUCER</a:t>
            </a:r>
          </a:p>
        </p:txBody>
      </p:sp>
    </p:spTree>
    <p:extLst>
      <p:ext uri="{BB962C8B-B14F-4D97-AF65-F5344CB8AC3E}">
        <p14:creationId xmlns:p14="http://schemas.microsoft.com/office/powerpoint/2010/main" val="2509408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70A4-16E8-12FD-8352-FF8A7DA8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624"/>
            <a:ext cx="10515600" cy="1325563"/>
          </a:xfrm>
        </p:spPr>
        <p:txBody>
          <a:bodyPr anchor="b"/>
          <a:lstStyle/>
          <a:p>
            <a:pPr algn="ctr"/>
            <a:r>
              <a:rPr lang="en-US" dirty="0"/>
              <a:t>LOGLINE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B5853-3AF5-45B0-0FFC-708EF7EA4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28124"/>
            <a:ext cx="10515600" cy="2445750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dirty="0"/>
              <a:t>Logline here</a:t>
            </a:r>
          </a:p>
        </p:txBody>
      </p:sp>
    </p:spTree>
    <p:extLst>
      <p:ext uri="{BB962C8B-B14F-4D97-AF65-F5344CB8AC3E}">
        <p14:creationId xmlns:p14="http://schemas.microsoft.com/office/powerpoint/2010/main" val="72978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D9FB-6C3F-B376-A862-879BDB61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39E9-5DF8-E85B-06C6-390B6301E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43" y="327547"/>
            <a:ext cx="5620658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B8E9E-2796-8A29-8D8D-680C14B58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343" y="2151061"/>
            <a:ext cx="5825647" cy="4351338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1400" dirty="0"/>
              <a:t>About Ava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FF740-8DD4-6480-9FE8-EADD047DEF70}"/>
              </a:ext>
            </a:extLst>
          </p:cNvPr>
          <p:cNvSpPr txBox="1"/>
          <p:nvPr/>
        </p:nvSpPr>
        <p:spPr>
          <a:xfrm>
            <a:off x="6663847" y="327546"/>
            <a:ext cx="5165296" cy="61748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SILHOUETTE OF AVA</a:t>
            </a:r>
          </a:p>
        </p:txBody>
      </p:sp>
    </p:spTree>
    <p:extLst>
      <p:ext uri="{BB962C8B-B14F-4D97-AF65-F5344CB8AC3E}">
        <p14:creationId xmlns:p14="http://schemas.microsoft.com/office/powerpoint/2010/main" val="1804359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CEA56-FD70-6526-D2E2-293FE284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9FB0-1454-CF1E-C1D3-60BFC4CB8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43" y="327547"/>
            <a:ext cx="5620658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NOAH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B0DF-F801-A2CF-9BAC-43D38CBD2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343" y="2151061"/>
            <a:ext cx="5825647" cy="4351338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1400" dirty="0"/>
              <a:t>About Noah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9E3A7C-CD2C-B3C6-CCF2-5D5D58480B94}"/>
              </a:ext>
            </a:extLst>
          </p:cNvPr>
          <p:cNvSpPr txBox="1"/>
          <p:nvPr/>
        </p:nvSpPr>
        <p:spPr>
          <a:xfrm>
            <a:off x="6663847" y="327546"/>
            <a:ext cx="5165296" cy="61748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SILHOUETTE OF NOAH</a:t>
            </a:r>
          </a:p>
        </p:txBody>
      </p:sp>
    </p:spTree>
    <p:extLst>
      <p:ext uri="{BB962C8B-B14F-4D97-AF65-F5344CB8AC3E}">
        <p14:creationId xmlns:p14="http://schemas.microsoft.com/office/powerpoint/2010/main" val="1588848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CA06-3A73-E2D4-18EB-250ACAA28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2C252-FCFC-B116-2FE9-3548EBAD0A97}"/>
              </a:ext>
            </a:extLst>
          </p:cNvPr>
          <p:cNvSpPr txBox="1"/>
          <p:nvPr/>
        </p:nvSpPr>
        <p:spPr>
          <a:xfrm>
            <a:off x="3983277" y="3908121"/>
            <a:ext cx="1516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Mood images</a:t>
            </a:r>
          </a:p>
        </p:txBody>
      </p:sp>
    </p:spTree>
    <p:extLst>
      <p:ext uri="{BB962C8B-B14F-4D97-AF65-F5344CB8AC3E}">
        <p14:creationId xmlns:p14="http://schemas.microsoft.com/office/powerpoint/2010/main" val="184232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7469-C889-0BDA-656B-348F0735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1824-D3A2-ED58-5D40-CE21E00E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509A0F-BCE5-65A0-4D5F-FEB6CEF8E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469960"/>
              </p:ext>
            </p:extLst>
          </p:nvPr>
        </p:nvGraphicFramePr>
        <p:xfrm>
          <a:off x="2032000" y="2924247"/>
          <a:ext cx="8128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9566094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43596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538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26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 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(#) people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20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(#)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041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472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92</Words>
  <Application>Microsoft Macintosh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THE ONES WHO STAY</vt:lpstr>
      <vt:lpstr>DIRECTED BY [DIRECTOR NAME]</vt:lpstr>
      <vt:lpstr>SUMMARY</vt:lpstr>
      <vt:lpstr>WRITTEN/PRODUCED BY  WILLIAM KAPADIA</vt:lpstr>
      <vt:lpstr>CO-PRODUCED BY  [COPRODUCER NAME]</vt:lpstr>
      <vt:lpstr>LOGLINE</vt:lpstr>
      <vt:lpstr>AVA</vt:lpstr>
      <vt:lpstr>NOAH</vt:lpstr>
      <vt:lpstr>MOOD</vt:lpstr>
      <vt:lpstr>PRODUCTION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Kapadia, William Derr</dc:creator>
  <cp:lastModifiedBy>Kapadia, William Derr</cp:lastModifiedBy>
  <cp:revision>3</cp:revision>
  <dcterms:created xsi:type="dcterms:W3CDTF">2026-04-19T19:51:05Z</dcterms:created>
  <dcterms:modified xsi:type="dcterms:W3CDTF">2026-05-03T01:16:06Z</dcterms:modified>
</cp:coreProperties>
</file>